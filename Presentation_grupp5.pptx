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Returgrad per produktkategori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Returgrad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Sports</c:v>
                  </c:pt>
                  <c:pt idx="1">
                    <c:v>Electronics</c:v>
                  </c:pt>
                  <c:pt idx="2">
                    <c:v>Beauty</c:v>
                  </c:pt>
                  <c:pt idx="3">
                    <c:v>Home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10.9</c:v>
                </c:pt>
                <c:pt idx="1">
                  <c:v>13.2</c:v>
                </c:pt>
                <c:pt idx="2">
                  <c:v>15.1</c:v>
                </c:pt>
                <c:pt idx="3">
                  <c:v>15.9</c:v>
                </c:pt>
                <c:pt idx="4">
                  <c:v>16.2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65A8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65A82"/>
                </a:solidFill>
                <a:latin typeface="Arial"/>
              </a:rPr>
              <a:t>Returgrad per rabattgrupp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Returgrad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 discount</c:v>
                  </c:pt>
                  <c:pt idx="1">
                    <c:v>Low discount</c:v>
                  </c:pt>
                  <c:pt idx="2">
                    <c:v>High discount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12.9</c:v>
                </c:pt>
                <c:pt idx="2">
                  <c:v>18.7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B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E-handel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 av försäljning, kundbeteende och returmönster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7863840" cy="1188720"/>
          </a:xfrm>
          <a:prstGeom prst="rect">
            <a:avLst/>
          </a:prstGeom>
          <a:solidFill>
            <a:srgbClr val="0D4F72"/>
          </a:solidFill>
          <a:ln w="12700">
            <a:solidFill>
              <a:srgbClr val="0D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SYFTE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24912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Få bättre förståelse för företagets e-handelsverksamhet genom att analysera orderdata. Målet är att identifiera mönster i kundbeteende, returgrad och försäljning som kan användas som underlag för affärsbeslut — särskilt kring hur returer kan minskas.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är detta viktigt?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Returer är både missade intäkter och extra kostnader.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förstå vad som driver returer har högt affärsvärde.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Grupparbete – Dataanalys i R  |  GitHub: JakobWorkingHard/RStudio-grupparbete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om datasetet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01168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960120"/>
            <a:ext cx="201168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201168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548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produktkategorier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960120"/>
            <a:ext cx="201168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037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3931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EXEMPEL PÅ VARIABLER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/ order_date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28163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Ordernummer och datum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136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31363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/ Corporate / SMB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34564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Electronics m.fl.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776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37764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Rabatt i procent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shipping_days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40965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Leveranstid i dagar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4416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377440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377440"/>
            <a:ext cx="3931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77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KATEGORIER &amp; REGIONER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28346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Produktkategorier: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127248"/>
            <a:ext cx="7315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1089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3383280"/>
            <a:ext cx="7315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3649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3639312"/>
            <a:ext cx="7315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6210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3895344"/>
            <a:ext cx="7315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7488" y="38770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92040" y="4151376"/>
            <a:ext cx="73152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41330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2834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Regioner: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0" y="3127248"/>
            <a:ext cx="7315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310896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3383280"/>
            <a:ext cx="7315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65392" y="33649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0" y="3639312"/>
            <a:ext cx="7315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65392" y="362102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3895344"/>
            <a:ext cx="73152" cy="182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65392" y="38770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Valda frågeställningar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1097280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10972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fråga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Hur skiljer sig returgrad mellan olika produktkategorier?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Motivering: Hjälper företaget förstå vilka produkttyper som är mest problematiska och var åtgärder behövs.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04288"/>
            <a:ext cx="7315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2395728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239572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fråga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395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Finns det tecken på att längre leveranstid hänger ihop med fler returer?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7977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Motivering: Leveranstid är något företaget direkt kan påverka — ett tydligt samband ger ett konkret förbättringsområde.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02736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3694176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69417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Egen fråga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69417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Hur påverkar rabattnivå returgraden?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Motivering: Egna frågan. Rabatter är ett vanligt säljverktyg — men ökar de även risken att kunden returnerar?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Datastädning och förberedelse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HANTERING AV SAKNADE VÄRDEN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Ersatt med 0 (ingen rabatt)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Ersatt med median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77440" y="2221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Ersatt med "Unknown"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624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Ersatt med "Unknown"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266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campaign_source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3026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Ersatt med "Unknown"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 VARIABLER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463040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4356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14356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unit_price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1865376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8379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price_after_discount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8379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 × (1 − discount_pct)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267712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240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shipping_category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240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/ Medium / Slow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670048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642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discount_group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642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Low / High discount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072384"/>
            <a:ext cx="73152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0449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returned_binary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retur, 0 = ej retur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EFF9F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673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 dubbletter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identifierades (kontrollerat via order_id). 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Kategoriska variabler 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konverterades till faktorer för korrekt gruppering och visualisering.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Viktiga resultat från analysen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73152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3327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0149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Returgrad varierar tydligt per kategori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362456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(16.2%) och Home (15.9%) har högst returgrad. Sports har lägst (10.9%). Skillnaden är ~5 procentenheter.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7665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— högst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58568"/>
            <a:ext cx="73152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317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2313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Längre leveranstid ökar returrisken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660904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Returgraden stiger från 9% vid 2 dagars leverans till 16% vid 4 dagar. Sambandet är positivt och tydligast för Fashion.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235000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+7pp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2→4 dagars leverans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57016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3016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 rabatt ger fler returer och lägre ordervärde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959352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 rabatt (&gt;10%) ger 18.7% returgrad mot 13% utan rabatt. Ordervärdet är samtidigt lägre vid rabatter (332kr vs 378kr).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64845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 rabatt — returgrad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Visualiseringar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7772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041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och Home har klart högst returgrad. Sports sticker ut med lägst (~11%).</a:t>
            </a:r>
            <a:endParaRPr lang="en-US" sz="1000" dirty="0"/>
          </a:p>
        </p:txBody>
      </p:sp>
      <p:graphicFrame>
        <p:nvGraphicFramePr>
          <p:cNvPr id="5" name="Chart 1" descr=""/>
          <p:cNvGraphicFramePr/>
          <p:nvPr/>
        </p:nvGraphicFramePr>
        <p:xfrm>
          <a:off x="4846320" y="77724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846320" y="40416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 rabatt (&gt;10%) ger tydligt högre returgrad (~19%) jämfört med ingen/låg rabatt (~13%).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Slutsatser &amp; Rekommendationer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229600" cy="1143000"/>
          </a:xfrm>
          <a:prstGeom prst="rect">
            <a:avLst/>
          </a:prstGeom>
          <a:solidFill>
            <a:srgbClr val="0D4F72"/>
          </a:solidFill>
          <a:ln w="12700">
            <a:solidFill>
              <a:srgbClr val="0D4F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78992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Returgrad varierar tydligt per produktkategori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399032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(16%) och Home (16%) sticker ut. Produkttyp är en avgörande faktor för returbeteende.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61872"/>
            <a:ext cx="2377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61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Fokusera returfokus på Fashion &amp; Home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8229600" cy="1143000"/>
          </a:xfrm>
          <a:prstGeom prst="rect">
            <a:avLst/>
          </a:prstGeom>
          <a:solidFill>
            <a:srgbClr val="0D4F72"/>
          </a:solidFill>
          <a:ln w="12700">
            <a:solidFill>
              <a:srgbClr val="0D4F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04288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77440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Längre leveranstid ökar risken för retur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 positivt samband från 9% (2 dagar) till 16% (4 dagar). Effekten är extra stark för Fashion-kategorin.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560320"/>
            <a:ext cx="2377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Prioritera snabba leveranser, särskilt för kläder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02736"/>
            <a:ext cx="8229600" cy="1143000"/>
          </a:xfrm>
          <a:prstGeom prst="rect">
            <a:avLst/>
          </a:prstGeom>
          <a:solidFill>
            <a:srgbClr val="0D4F72"/>
          </a:solidFill>
          <a:ln w="12700">
            <a:solidFill>
              <a:srgbClr val="0D4F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02736"/>
            <a:ext cx="73152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75888"/>
            <a:ext cx="5303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Höga rabatter kostar dubbelt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995928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 rabatt ger 19% returgrad (vs 13% utan) och samtidigt lägre ordervärde (332kr vs 378kr).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58768"/>
            <a:ext cx="23774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8587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Begränsa höga rabatter — de ökar returer och minskar intäkter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Begränsningar &amp; Nästa steg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BEGRÄNSNINGAR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Relativt litet dataset (1 000 obs.)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Vissa grupper har få datapunkter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Samband ≠ orsakssamband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Förenklingar vid hantering av NA-värden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Utöka dataset för bättre statistisk styrka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Inkludera säsongsvariation i analys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prediktiv modell för returrisk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Djupanalys av Fashion-kategorin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 för er uppmärksamhet — frågor?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E-handel Grupparbete</dc:title>
  <dc:subject>PptxGenJS Presentation</dc:subject>
  <dc:creator>PptxGenJS</dc:creator>
  <cp:lastModifiedBy>PptxGenJS</cp:lastModifiedBy>
  <cp:revision>1</cp:revision>
  <dcterms:created xsi:type="dcterms:W3CDTF">2026-04-21T20:26:59Z</dcterms:created>
  <dcterms:modified xsi:type="dcterms:W3CDTF">2026-04-21T20:26:59Z</dcterms:modified>
</cp:coreProperties>
</file>